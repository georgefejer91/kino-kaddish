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6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42" d="100"/>
          <a:sy n="42" d="100"/>
        </p:scale>
        <p:origin x="177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93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8F1A-932F-B2E0-BB23-543D91A7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11A65-3A18-2605-DF73-AF45EF9DB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04D2D-1E60-C4F0-C5A3-2FA74E7F3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8FBE9-6C0F-9A53-1237-F31DD673B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3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00C5-E222-E1F8-629F-ADCED25B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B5A16-CFC2-35AA-8539-F6ABD24A8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01" t="5880" r="11155" b="22703"/>
          <a:stretch>
            <a:fillRect/>
          </a:stretch>
        </p:blipFill>
        <p:spPr>
          <a:xfrm>
            <a:off x="2883872" y="101877"/>
            <a:ext cx="6260261" cy="9069355"/>
          </a:xfrm>
          <a:prstGeom prst="rect">
            <a:avLst/>
          </a:prstGeom>
        </p:spPr>
      </p:pic>
      <p:pic>
        <p:nvPicPr>
          <p:cNvPr id="16" name="Picture 4" descr="Use links below to save image.">
            <a:extLst>
              <a:ext uri="{FF2B5EF4-FFF2-40B4-BE49-F238E27FC236}">
                <a16:creationId xmlns:a16="http://schemas.microsoft.com/office/drawing/2014/main" id="{0E3F6911-9008-2279-CE9F-8C7B0EF2E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23" b="40001"/>
          <a:stretch>
            <a:fillRect/>
          </a:stretch>
        </p:blipFill>
        <p:spPr bwMode="auto">
          <a:xfrm>
            <a:off x="757377" y="11463064"/>
            <a:ext cx="8773201" cy="133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ECB02FF-FBFC-399E-67BA-919579AD6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9326" y="-106505"/>
            <a:ext cx="6166397" cy="185217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793F3AC-5F07-0BF0-EA58-7EFFA95F7788}"/>
              </a:ext>
            </a:extLst>
          </p:cNvPr>
          <p:cNvGrpSpPr>
            <a:grpSpLocks noChangeAspect="1"/>
          </p:cNvGrpSpPr>
          <p:nvPr/>
        </p:nvGrpSpPr>
        <p:grpSpPr>
          <a:xfrm>
            <a:off x="116351" y="10025725"/>
            <a:ext cx="10054292" cy="1438299"/>
            <a:chOff x="182520" y="10356064"/>
            <a:chExt cx="9591685" cy="137212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20810ED-4414-25D2-F938-2F06907BA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CFBFD"/>
                </a:clrFrom>
                <a:clrTo>
                  <a:srgbClr val="FCFBFD">
                    <a:alpha val="0"/>
                  </a:srgbClr>
                </a:clrTo>
              </a:clrChange>
            </a:blip>
            <a:srcRect l="1013" t="77817" r="-1013" b="11412"/>
            <a:stretch>
              <a:fillRect/>
            </a:stretch>
          </p:blipFill>
          <p:spPr>
            <a:xfrm>
              <a:off x="1210541" y="10356064"/>
              <a:ext cx="7865918" cy="1270801"/>
            </a:xfrm>
            <a:prstGeom prst="rect">
              <a:avLst/>
            </a:prstGeom>
          </p:spPr>
        </p:pic>
        <p:pic>
          <p:nvPicPr>
            <p:cNvPr id="2" name="Picture 2" descr="Use links below to save image.">
              <a:extLst>
                <a:ext uri="{FF2B5EF4-FFF2-40B4-BE49-F238E27FC236}">
                  <a16:creationId xmlns:a16="http://schemas.microsoft.com/office/drawing/2014/main" id="{CD7FD0EE-7640-8B9E-8345-7B3927F892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520" y="10456470"/>
              <a:ext cx="1271716" cy="1271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03115E-76EC-207A-6C41-12D22EA37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03405" y="10456470"/>
              <a:ext cx="1270800" cy="127080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E762394-F5C6-2D08-8EA7-BCA0CD08E0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7774" b="40898"/>
          <a:stretch>
            <a:fillRect/>
          </a:stretch>
        </p:blipFill>
        <p:spPr>
          <a:xfrm>
            <a:off x="3145318" y="9603267"/>
            <a:ext cx="3996364" cy="56823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F2DD96B-67D5-EC4F-1EF2-B5DE8474D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078125" y="8368830"/>
            <a:ext cx="14443245" cy="160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1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se links below to save image.">
            <a:extLst>
              <a:ext uri="{FF2B5EF4-FFF2-40B4-BE49-F238E27FC236}">
                <a16:creationId xmlns:a16="http://schemas.microsoft.com/office/drawing/2014/main" id="{62EFA132-5D33-ADF8-25EC-AE93BFA67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49" y="22216"/>
            <a:ext cx="8626151" cy="1283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598147-49BF-9E98-CD18-3424EE73CF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BFD"/>
              </a:clrFrom>
              <a:clrTo>
                <a:srgbClr val="FCFBFD">
                  <a:alpha val="0"/>
                </a:srgbClr>
              </a:clrTo>
            </a:clrChange>
          </a:blip>
          <a:srcRect l="56745" t="85818" r="7943" b="11923"/>
          <a:stretch>
            <a:fillRect/>
          </a:stretch>
        </p:blipFill>
        <p:spPr>
          <a:xfrm>
            <a:off x="7375455" y="9201777"/>
            <a:ext cx="2911545" cy="279299"/>
          </a:xfrm>
          <a:prstGeom prst="rect">
            <a:avLst/>
          </a:prstGeom>
        </p:spPr>
      </p:pic>
      <p:pic>
        <p:nvPicPr>
          <p:cNvPr id="4" name="Picture 2" descr="Use links below to save image.">
            <a:extLst>
              <a:ext uri="{FF2B5EF4-FFF2-40B4-BE49-F238E27FC236}">
                <a16:creationId xmlns:a16="http://schemas.microsoft.com/office/drawing/2014/main" id="{4E27276A-1604-BFD8-6FCD-A70B5B314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40" y="9482802"/>
            <a:ext cx="1672275" cy="167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6D47E-22F1-4CFA-7180-F259FE6B7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226" y="9482802"/>
            <a:ext cx="1674001" cy="167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F3114E-97FF-05F3-CEE5-64F9E14540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BFD"/>
              </a:clrFrom>
              <a:clrTo>
                <a:srgbClr val="FCFBFD">
                  <a:alpha val="0"/>
                </a:srgbClr>
              </a:clrTo>
            </a:clrChange>
          </a:blip>
          <a:srcRect l="6829" t="85900" r="56906" b="11923"/>
          <a:stretch>
            <a:fillRect/>
          </a:stretch>
        </p:blipFill>
        <p:spPr>
          <a:xfrm>
            <a:off x="1858168" y="9190050"/>
            <a:ext cx="2990138" cy="269253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3350CEE-CD50-999D-85AA-86F58247E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49" y="12325350"/>
            <a:ext cx="87725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4B0132-CAA9-C8C2-0235-D593903F01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741"/>
          <a:stretch>
            <a:fillRect/>
          </a:stretch>
        </p:blipFill>
        <p:spPr>
          <a:xfrm>
            <a:off x="-7705335" y="-1678116"/>
            <a:ext cx="8626152" cy="12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8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e Kommissarin (1967)">
            <a:extLst>
              <a:ext uri="{FF2B5EF4-FFF2-40B4-BE49-F238E27FC236}">
                <a16:creationId xmlns:a16="http://schemas.microsoft.com/office/drawing/2014/main" id="{5B4F2755-3977-EA7F-15EB-224252E856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0"/>
            <a:ext cx="8572500" cy="1285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ADCB2-08FE-EF07-A17E-FF916511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250"/>
          <a:stretch>
            <a:fillRect/>
          </a:stretch>
        </p:blipFill>
        <p:spPr>
          <a:xfrm>
            <a:off x="-5231716" y="2407225"/>
            <a:ext cx="4416982" cy="279539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5BA973-0907-533D-EEBC-F2782E834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52"/>
          <a:stretch>
            <a:fillRect/>
          </a:stretch>
        </p:blipFill>
        <p:spPr>
          <a:xfrm>
            <a:off x="-5025426" y="5392590"/>
            <a:ext cx="3114091" cy="242887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43A8FC-96A5-7E83-8421-E5900E187532}"/>
              </a:ext>
            </a:extLst>
          </p:cNvPr>
          <p:cNvGrpSpPr>
            <a:grpSpLocks noChangeAspect="1"/>
          </p:cNvGrpSpPr>
          <p:nvPr/>
        </p:nvGrpSpPr>
        <p:grpSpPr>
          <a:xfrm>
            <a:off x="1903688" y="2412115"/>
            <a:ext cx="2749517" cy="2976911"/>
            <a:chOff x="1935220" y="2916618"/>
            <a:chExt cx="2749517" cy="297691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9E19251-EA35-F854-E04D-0C14B0A7F4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656" y="4511712"/>
              <a:ext cx="2183554" cy="1381817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7172774-22F0-5819-6616-CB9EAF636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35220" y="2916618"/>
              <a:ext cx="2749517" cy="2144119"/>
            </a:xfrm>
            <a:prstGeom prst="rect">
              <a:avLst/>
            </a:prstGeom>
          </p:spPr>
        </p:pic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7850EFE6-3243-8982-E591-1F1CAAFA3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7988" y="5407314"/>
            <a:ext cx="2857500" cy="3333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43B305-C674-5E32-06E4-7CABB393F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44007" y="178238"/>
            <a:ext cx="8577815" cy="128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</Words>
  <Application>Microsoft Office PowerPoint</Application>
  <PresentationFormat>Custom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Instagram 1080x1350</dc:title>
  <dc:subject>Blank Instagram export template</dc:subject>
  <dc:creator>OpenAI</dc:creator>
  <cp:lastModifiedBy>George Fejer</cp:lastModifiedBy>
  <cp:revision>4</cp:revision>
  <dcterms:created xsi:type="dcterms:W3CDTF">2026-03-23T17:14:03Z</dcterms:created>
  <dcterms:modified xsi:type="dcterms:W3CDTF">2026-03-26T16:39:45Z</dcterms:modified>
</cp:coreProperties>
</file>