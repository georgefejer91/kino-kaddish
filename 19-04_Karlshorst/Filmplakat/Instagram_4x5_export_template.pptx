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Instagram Help Center, "Image resolution of photos you share on Instagram": https://help.instagram.com/1631821640426723/ (used for the 4:5 portrait / 1080×1350 guidance)
- Background artwork on slide 1 generated with OpenAI image generation (no external source)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Instagram Help Center, "Image resolution of photos you share on Instagram": https://help.instagram.com/1631821640426723/ (used for the 4:5 portrait / 1080×1350 guidance)
- Background artwork on slide 1 generated with OpenAI image generation (no external source)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igital_abstract_digital_gradient_background_art.png">    </p:cNvPr>
          <p:cNvPicPr>
            <a:picLocks noChangeAspect="1"/>
          </p:cNvPicPr>
          <p:nvPr/>
        </p:nvPicPr>
        <p:blipFill>
          <a:blip r:embed="rId1"/>
          <a:srcRect l="0" r="0" t="8333" b="8333"/>
          <a:stretch/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868680"/>
            <a:ext cx="6309360" cy="3931920"/>
          </a:xfrm>
          <a:prstGeom prst="roundRect">
            <a:avLst>
              <a:gd name="adj" fmla="val 2791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82296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 EXPORT TEMPLATE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15544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4:5 portrait canvas for crisp feed uploads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22960" y="26974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Sized in PowerPoint to the same aspect ratio as 1080 × 1350 posts, so you can design here and export cleanly for Instagram.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977640"/>
            <a:ext cx="2057400" cy="438912"/>
          </a:xfrm>
          <a:prstGeom prst="roundRect">
            <a:avLst>
              <a:gd name="adj" fmla="val 25000"/>
            </a:avLst>
          </a:prstGeom>
          <a:solidFill>
            <a:srgbClr val="2A2222"/>
          </a:solidFill>
          <a:ln w="12700">
            <a:solidFill>
              <a:srgbClr val="2A2222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40827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as PNG or JPG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81838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keep key text away from the outer edges so the post feels cleaner in the feed.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working slide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this slide, replace the placeholders, then export your final design as an image.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6309360" cy="7132320"/>
          </a:xfrm>
          <a:prstGeom prst="roundRect">
            <a:avLst>
              <a:gd name="adj" fmla="val 1159"/>
            </a:avLst>
          </a:prstGeom>
          <a:solidFill>
            <a:srgbClr val="FFFDF9"/>
          </a:solidFill>
          <a:ln w="12700">
            <a:solidFill>
              <a:srgbClr val="D8CF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5669280" cy="6492240"/>
          </a:xfrm>
          <a:prstGeom prst="roundRect">
            <a:avLst>
              <a:gd name="adj" fmla="val 1290"/>
            </a:avLst>
          </a:prstGeom>
          <a:solidFill>
            <a:srgbClr val="FFFDF9">
              <a:alpha val="0"/>
            </a:srgbClr>
          </a:solidFill>
          <a:ln w="12700">
            <a:solidFill>
              <a:srgbClr val="E8B8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8105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7C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CONTENT AREA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4160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6AC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Drop your main image or design here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466344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6A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post size: 1080 × 1350 px • aspect ratio: 4:5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8567928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2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Outer box = full slide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2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Inner box = comfortable safe area for text and logos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4:5 Export Template</dc:title>
  <dc:subject>Instagram export template</dc:subject>
  <dc:creator>OpenAI</dc:creator>
  <cp:lastModifiedBy>OpenAI</cp:lastModifiedBy>
  <cp:revision>1</cp:revision>
  <dcterms:created xsi:type="dcterms:W3CDTF">2026-03-23T16:34:25Z</dcterms:created>
  <dcterms:modified xsi:type="dcterms:W3CDTF">2026-03-23T16:34:25Z</dcterms:modified>
</cp:coreProperties>
</file>